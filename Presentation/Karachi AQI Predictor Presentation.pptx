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Tinos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50381" y="2423219"/>
            <a:ext cx="9891236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KARACHI AQI PREDICTOR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85887" y="3413819"/>
            <a:ext cx="9420225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555555"/>
                </a:solidFill>
                <a:latin typeface="Tinos"/>
                <a:ea typeface="Tinos"/>
                <a:cs typeface="Tinos"/>
                <a:sym typeface="Tinos"/>
              </a:rPr>
              <a:t>A Serverless Machine Learning System for Urban Air Quality Forecasting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85887" y="4141440"/>
            <a:ext cx="94202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Designed &amp; Developed By Hamza Ali Khan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206169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This project is an end-to-end, serverless ML system that forecasts Karachi's AQI for 24h, 48h, and 72h horizons.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733425" y="337952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3282494"/>
            <a:ext cx="50006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Data Source: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Open-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Meteo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(Weather + Pollutants).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33425" y="367286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4" y="3601701"/>
            <a:ext cx="50006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Infrastructure: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</a:t>
            </a:r>
            <a:r>
              <a:rPr lang="en-US" sz="1650" b="0" i="0" u="none" strike="noStrike" cap="none" dirty="0" err="1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BigQuery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(Feature Store) &amp; GCS (Model Registry).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21384" y="4382512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•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797584" y="4289986"/>
            <a:ext cx="50006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Training Data:</a:t>
            </a: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We have 2400+ rows of data, but we are training models on the last 92 days to account for seasonal fluctuations and shifts in Karachi's weather.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What is this Project?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5;p14" descr="image.png">
            <a:extLst>
              <a:ext uri="{FF2B5EF4-FFF2-40B4-BE49-F238E27FC236}">
                <a16:creationId xmlns:a16="http://schemas.microsoft.com/office/drawing/2014/main" id="{8A831328-4CA8-656C-2599-B0E5A376CB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1" y="1805969"/>
            <a:ext cx="5162550" cy="3733800"/>
          </a:xfrm>
          <a:prstGeom prst="roundRect">
            <a:avLst>
              <a:gd name="adj" fmla="val 928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3492549" cy="316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90762"/>
            <a:ext cx="3492549" cy="316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90762"/>
            <a:ext cx="3492549" cy="316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94225" y="328136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Pipelines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690937"/>
            <a:ext cx="2901999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Two main workflows: Feature engineering (fetching/processing data to BQ) and Training models (saving to GCS), plus utility/backfill scripts.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572524" y="328136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GCP Layer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4645074" y="3690937"/>
            <a:ext cx="2901999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BigQuery acts as the central feature store, and Google Cloud Storage handles the model registry for the 24h, 48h, and 72h horizons.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50824" y="328136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Dashboard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423374" y="3690937"/>
            <a:ext cx="290199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A Streamlit application deployed to the cloud providing real-time forecasts, model comparisons, and EDA visualizations.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1012" y="26527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6527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799" y="26527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Overall Project Structure</a:t>
            </a:r>
            <a:endParaRPr dirty="0"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309961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We experimented with multiple algorithms to find the most honest forecasting performance, avoiding the trap of 'nowcasting'.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33425" y="337952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3380482"/>
            <a:ext cx="50006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Models Tested: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Ridge, Random Forest, XGBoost, and LSTM.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33425" y="396621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3967162"/>
            <a:ext cx="50006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Selection: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Random Forest was chosen as the best model across all horizons after rigorous comparison.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33425" y="455289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4553842"/>
            <a:ext cx="50006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Final Strategy: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 Three separate models per horizon (24h, 48h, 72h) rather than one multi-output model for cleaner tracking.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Model Training Journey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674B9-79A8-71A1-E0AA-B1F3DBA9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626" y="2175291"/>
            <a:ext cx="5746384" cy="29990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1143000" y="1900386"/>
            <a:ext cx="10477500" cy="98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Distribution Shift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143000" y="3214687"/>
            <a:ext cx="10477500" cy="98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Feature Leakage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143000" y="4528988"/>
            <a:ext cx="10477500" cy="98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Infrastructure Limits &amp; Time Gaps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43000" y="2294632"/>
            <a:ext cx="104775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Synthetic backfill data had drastically different AQI means compared to real recorded data. We rebuilt the feature group using strictly clean data from January 2026 onwards.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1143000" y="3608933"/>
            <a:ext cx="104775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Initial metrics looked suspiciously perfect (R² ~0.92) because PM2.5 forecasting features acted as a direct proxy for target AQI. We removed these columns for honest forecasting.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143000" y="4923234"/>
            <a:ext cx="104775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Tinos"/>
                <a:ea typeface="Tinos"/>
                <a:cs typeface="Tinos"/>
                <a:sym typeface="Tinos"/>
              </a:rPr>
              <a:t>Faced a major roadblock with a 19-day 'zombie' materialization job on Hopsworks, prompting a migration to BigQuery &amp; GCS for guaranteed stability. Also fixed timestamp gaps corrupting shift-based targets.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324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575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71851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Key Challenges Overcome</a:t>
            </a:r>
            <a:endParaRPr dirty="0"/>
          </a:p>
        </p:txBody>
      </p:sp>
      <p:sp>
        <p:nvSpPr>
          <p:cNvPr id="154" name="Google Shape;154;p17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295275" y="2360265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0080"/>
                </a:solidFill>
                <a:latin typeface="Tinos"/>
                <a:ea typeface="Tinos"/>
                <a:cs typeface="Tinos"/>
                <a:sym typeface="Tinos"/>
              </a:rPr>
              <a:t>LET'S MOVE TO THE DASHBOARD</a:t>
            </a:r>
            <a:endParaRPr sz="1200"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3759072"/>
            <a:ext cx="110490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555555"/>
                </a:solidFill>
                <a:latin typeface="Tinos"/>
                <a:ea typeface="Tinos"/>
                <a:cs typeface="Tinos"/>
                <a:sym typeface="Tinos"/>
              </a:rPr>
              <a:t>Live demonstration of the Karachi AQI Predictor</a:t>
            </a:r>
            <a:endParaRPr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378</Words>
  <Application>Microsoft Office PowerPoint</Application>
  <PresentationFormat>Widescreen</PresentationFormat>
  <Paragraphs>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Tinos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Hamza Ali Khan</cp:lastModifiedBy>
  <cp:revision>4</cp:revision>
  <dcterms:modified xsi:type="dcterms:W3CDTF">2026-06-04T07:09:35Z</dcterms:modified>
</cp:coreProperties>
</file>